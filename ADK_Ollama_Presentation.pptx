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7C3AED"/>
                </a:solidFill>
                <a:latin typeface="Calibri"/>
              </a:rPr>
              <a:t>ADK + OLLAMA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E8EAF6"/>
                </a:solidFill>
                <a:latin typeface="Calibri"/>
              </a:rPr>
              <a:t>Local Multi-Agent AI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B7A99"/>
                </a:solidFill>
                <a:latin typeface="Calibri"/>
              </a:rPr>
              <a:t>LLM Demonstration Using Google Agent Development Kit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7A99"/>
                </a:solidFill>
                <a:latin typeface="Calibri"/>
              </a:rPr>
              <a:t>May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1828800" cy="4572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999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7C3AED"/>
                </a:solidFill>
                <a:latin typeface="Calibri"/>
              </a:rPr>
              <a:t>🔒 100% Private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926080"/>
            <a:ext cx="1828800" cy="4572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2999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6B6D4"/>
                </a:solidFill>
                <a:latin typeface="Calibri"/>
              </a:rPr>
              <a:t>⚡ No API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2926080"/>
            <a:ext cx="1828800" cy="4572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2999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D399"/>
                </a:solidFill>
                <a:latin typeface="Calibri"/>
              </a:rPr>
              <a:t>🛠️ Real Tools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926080"/>
            <a:ext cx="1828800" cy="457200"/>
          </a:xfrm>
          <a:prstGeom prst="rect">
            <a:avLst/>
          </a:prstGeom>
          <a:solidFill>
            <a:srgbClr val="14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299923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9E0B"/>
                </a:solidFill>
                <a:latin typeface="Calibri"/>
              </a:rPr>
              <a:t>🤖 Multi-Agent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Calibri"/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Why ADK + Ollama?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9"/>
                </a:solidFill>
                <a:latin typeface="Calibri"/>
              </a:rPr>
              <a:t>Chosen over standalone ADK or Ollama demos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8412480" cy="749808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64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A99"/>
                </a:solidFill>
                <a:latin typeface="Calibri"/>
              </a:rPr>
              <a:t>✅ ADK Playground (Gemini)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385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Simulated agents, needs cloud API, no real tool execution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8412480" cy="749808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7A99"/>
                </a:solidFill>
                <a:latin typeface="Calibri"/>
              </a:rPr>
              <a:t>✅ Ollama Chat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529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Real local LLM but no agents, no tools, no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29000"/>
            <a:ext cx="8412480" cy="749808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930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4D399"/>
                </a:solidFill>
                <a:latin typeface="Calibri"/>
              </a:rPr>
              <a:t>🔥 ADK + Ollama (CHOSEN)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767328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Real agents + real tools + local LLM + Python backend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What Was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9"/>
                </a:solidFill>
                <a:latin typeface="Calibri"/>
              </a:rPr>
              <a:t>A full-stack local AI agent system powered by Ollama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087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🤖  Multi-agent orchestration — Research, Code, Orchestrator agents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8424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385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🔧  5 real tools: calculator, Python runner, knowledge search, time, text analyzer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14015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36829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🌊  Streaming SSE responses — tokens arrive in real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43784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980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🐍  FastAPI Python backend — REST API on port 8000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73552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278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🌐  HTML/JS frontend — no framework, runs in any browser on port 8081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657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🔒  Zero cloud dependency — 100% local, zero cost, private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2011680"/>
            <a:ext cx="1463040" cy="10058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10312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🌐
Browser
Frontend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2011680"/>
            <a:ext cx="1463040" cy="10058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57400" y="210312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⚡
FastAPI
Backend :8000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1371600"/>
            <a:ext cx="1463040" cy="10058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59" y="146304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7C3AED"/>
                </a:solidFill>
                <a:latin typeface="Calibri"/>
              </a:rPr>
              <a:t>🔬 Research
Agent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49039" y="2514600"/>
            <a:ext cx="1463040" cy="10058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260604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6B6D4"/>
                </a:solidFill>
                <a:latin typeface="Calibri"/>
              </a:rPr>
              <a:t>💻 Code
Agent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749039" y="3657600"/>
            <a:ext cx="1463040" cy="10058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94759" y="3749039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🤖 Orchestrator
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0" y="1828800"/>
            <a:ext cx="1463040" cy="10058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192024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34D399"/>
                </a:solidFill>
                <a:latin typeface="Calibri"/>
              </a:rPr>
              <a:t>🔧
Tools
5 Functions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011680"/>
            <a:ext cx="1463040" cy="1005840"/>
          </a:xfrm>
          <a:prstGeom prst="rect">
            <a:avLst/>
          </a:prstGeom>
          <a:solidFill>
            <a:srgbClr val="0C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2103120"/>
            <a:ext cx="1371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Calibri"/>
              </a:rPr>
              <a:t>🦙
Ollama
:11434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737360" y="2423160"/>
            <a:ext cx="27432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74720" y="2423160"/>
            <a:ext cx="274319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212080" y="2423160"/>
            <a:ext cx="45720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132320" y="2423160"/>
            <a:ext cx="274320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Technologies Used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4023360" cy="685800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64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🐍 Python 3.11+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Core backend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754880" y="1600200"/>
            <a:ext cx="4023360" cy="685800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66420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⚡ 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REST API + Server-Sent Events (SSE) streaming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404872"/>
            <a:ext cx="4023360" cy="685800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🦙 Ollama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24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Local LLM runtime — runs Llama 3.2 on your machine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404872"/>
            <a:ext cx="4023360" cy="685800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🤖 ADK Patterns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72491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Agent + Tool architecture inspired by Google ADK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209544"/>
            <a:ext cx="4023360" cy="685800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Calibri"/>
              </a:rPr>
              <a:t>📡 httpx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529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Async HTTP client for Ollama API communication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209544"/>
            <a:ext cx="4023360" cy="685800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27355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6B6D4"/>
                </a:solidFill>
                <a:latin typeface="Calibri"/>
              </a:rPr>
              <a:t>🌐 HTML/JS/CSS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52958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Zero-framework frontend — pure browser tech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014216"/>
            <a:ext cx="4023360" cy="685800"/>
          </a:xfrm>
          <a:prstGeom prst="rect">
            <a:avLst/>
          </a:prstGeom>
          <a:solidFill>
            <a:srgbClr val="0C0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4078224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34D399"/>
                </a:solidFill>
                <a:latin typeface="Calibri"/>
              </a:rPr>
              <a:t>🔗 LiteLLM-ready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34256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Architecture compatible with LiteLLM Ollama provider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Calibri"/>
              </a:rPr>
              <a:t>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Three Specialized Agents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9"/>
                </a:solidFill>
                <a:latin typeface="Calibri"/>
              </a:rPr>
              <a:t>Each agent has a unique persona, tools, and system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00200"/>
            <a:ext cx="2743200" cy="2926080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27432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64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EAF6"/>
                </a:solidFill>
                <a:latin typeface="Calibri"/>
              </a:rPr>
              <a:t>🔬 Research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212848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System: Expert researcher with web knowledge
Tools: search_knowledge_base, calculator, analyze_text, get_current_time
Use: Fact-finding, research synthesis, knowledge Q&amp;A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00200"/>
            <a:ext cx="2743200" cy="2926080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1600200"/>
            <a:ext cx="2743200" cy="5029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664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EAF6"/>
                </a:solidFill>
                <a:latin typeface="Calibri"/>
              </a:rPr>
              <a:t>💻 Code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212848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System: Senior Python developer
Tools: run_python_code, calculator, get_current_time
Use: Code generation, execution &amp; debugging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1600200"/>
            <a:ext cx="2743200" cy="2926080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6480" y="1600200"/>
            <a:ext cx="2743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66420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E8EAF6"/>
                </a:solidFill>
                <a:latin typeface="Calibri"/>
              </a:rPr>
              <a:t>🤖 Orchestrator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212848"/>
            <a:ext cx="25603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System: Master coordinator, delegates to sub-agents
Tools: ALL 5 tools available
Use: Complex multi-step tasks requiring coordination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Calibri"/>
              </a:rPr>
              <a:t>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5 Real Execution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9"/>
                </a:solidFill>
                <a:latin typeface="Calibri"/>
              </a:rPr>
              <a:t>Tools are actual Python functions — not simulated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572768"/>
            <a:ext cx="8503920" cy="566928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2763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Calibri"/>
              </a:rPr>
              <a:t>🧮  calculator(expression)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627632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Safely evaluates math: 1234*5678, sqrt(144), pi*r²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31136"/>
            <a:ext cx="8503920" cy="566928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Calibri"/>
              </a:rPr>
              <a:t>🔍  search_knowledge_base(query)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286000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Searches built-in AI knowledge base on LLMs, ADK, RAG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89504"/>
            <a:ext cx="8503920" cy="566928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94436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Calibri"/>
              </a:rPr>
              <a:t>🐍  run_python_code(code)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944368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Executes Python via subprocess, returns real stdout/stderr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547872"/>
            <a:ext cx="8503920" cy="566928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027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Calibri"/>
              </a:rPr>
              <a:t>🕐  get_current_time()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602736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Returns current date, time, weekday in structured JSON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206240"/>
            <a:ext cx="8503920" cy="566928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26110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6B6D4"/>
                </a:solidFill>
                <a:latin typeface="Calibri"/>
              </a:rPr>
              <a:t>📊  analyze_text(text)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261104"/>
            <a:ext cx="4663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Word count, sentence count, reading time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B6D4"/>
                </a:solidFill>
                <a:latin typeface="Calibri"/>
              </a:rPr>
              <a:t>CODE WALKTHROUGH — agents.py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Agent Definition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530352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00200"/>
            <a:ext cx="51206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78BFA"/>
                </a:solidFill>
                <a:latin typeface="Courier New"/>
              </a:rPr>
              <a:t>AGENTS = {
    "research": {
        "name": "Research Agent",
        "model": "llama3.2",
        "system_prompt": """You are a Research Agent.
Use tools by outputting:
TOOL_CALL: {"tool": "tool_name", "args": {"param": "value"}}"""
    }
}
def parse_tool_calls(text: str) -&gt; list:
    pattern = r'TOOL_CALL:\s*(\{[^}]+\})'
    for match in re.finditer(pattern, text):
        yield json.loads(match.group(1))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5087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8EAF6"/>
                </a:solidFill>
                <a:latin typeface="Calibri"/>
              </a:rPr>
              <a:t>Key Design Pattern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0" y="1920240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87452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6"/>
                </a:solidFill>
                <a:latin typeface="Calibri"/>
              </a:rPr>
              <a:t>→  Agent picks tool via plain text JSON tag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2359152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70448" y="2313432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6"/>
                </a:solidFill>
                <a:latin typeface="Calibri"/>
              </a:rPr>
              <a:t>→  No special SDK — works with any LLM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2798064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70448" y="2752344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6"/>
                </a:solidFill>
                <a:latin typeface="Calibri"/>
              </a:rPr>
              <a:t>→  parse_tool_calls extracts JSON regex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3236976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70448" y="31912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6"/>
                </a:solidFill>
                <a:latin typeface="Calibri"/>
              </a:rPr>
              <a:t>→  System prompt engineers the behavior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3675887"/>
            <a:ext cx="54864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3630168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8EAF6"/>
                </a:solidFill>
                <a:latin typeface="Calibri"/>
              </a:rPr>
              <a:t>→  Model, persona, tools per agent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7C3AED"/>
                </a:solidFill>
                <a:latin typeface="Calibri"/>
              </a:rPr>
              <a:t>CODE WALKTHROUGH — app.py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Agentic Tool-Use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8503920" cy="3200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1600200"/>
            <a:ext cx="83210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A78BFA"/>
                </a:solidFill>
                <a:latin typeface="Courier New"/>
              </a:rPr>
              <a:t>async def agent_run(agent_id, user_message, history):
    messages = [system_prompt, *history, user_message]
    for round in range(MAX_TOOL_ROUNDS):   # max 5 rounds
        full_response = ""
        # 1. Stream tokens from Ollama
        async for token in stream_ollama(model, messages):
            full_response += token
            yield sse("token", {"text": token})
        # 2. Extract any tool calls
        tool_calls = parse_tool_calls(full_response)
        if not tool_calls:
            yield sse("done", {"message": full_response})
            break
        # 3. Execute tools &amp; feed results back
        for call in tool_calls:
            result = execute_tool(call["tool"], call["args"])
            yield sse("tool_result", {"result": result})
        messages.append({"role":"user","content": result})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59E0B"/>
                </a:solidFill>
                <a:latin typeface="Calibri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HTML/JS Frontend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B7A99"/>
                </a:solidFill>
                <a:latin typeface="Calibri"/>
              </a:rPr>
              <a:t>Pure browser tech — no React, no npm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5087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🔴/🟢  Live status indicator — polls /api/health on load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984248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93852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🤖  Agent selector sidebar — dynamically loaded from /api/agents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14015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368296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📡  EventSource SSE reader — renders tokens as they arrive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43784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98064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🔧  Tool call visualizer — shows tool name, args, result inline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273552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227832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🎨  Dark glassmorphism UI — CSS gradients, blur, animations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54864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657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EAF6"/>
                </a:solidFill>
                <a:latin typeface="Calibri"/>
              </a:rPr>
              <a:t>💬  Conversation history — sent with every request for context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097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4D399"/>
                </a:solidFill>
                <a:latin typeface="Calibri"/>
              </a:rPr>
              <a:t>DEMONSTRATION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412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8EAF6"/>
                </a:solidFill>
                <a:latin typeface="Calibri"/>
              </a:rPr>
              <a:t>End-to-End Request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508760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AF6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53619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6"/>
                </a:solidFill>
                <a:latin typeface="Calibri"/>
              </a:rPr>
              <a:t>User types message in browser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53619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Frontend sends POST /api/chat/{agent_id}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84248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9842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AF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0116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6"/>
                </a:solidFill>
                <a:latin typeface="Calibri"/>
              </a:rPr>
              <a:t>FastAPI receives 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011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Builds message history + system prompt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59736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4597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AF6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487168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6"/>
                </a:solidFill>
                <a:latin typeface="Calibri"/>
              </a:rPr>
              <a:t>Streams Ollama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48716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Token-by-token via /api/chat streaming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35224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29352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AF6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62656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6"/>
                </a:solidFill>
                <a:latin typeface="Calibri"/>
              </a:rPr>
              <a:t>Agent outputs TOOL_CALL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2962656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Backend parses JSON tag from response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410712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341071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AF6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438144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6"/>
                </a:solidFill>
                <a:latin typeface="Calibri"/>
              </a:rPr>
              <a:t>Tool executes locally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3438144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Real Python function runs, returns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886200"/>
            <a:ext cx="347472" cy="34747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388620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AF6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913632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6"/>
                </a:solidFill>
                <a:latin typeface="Calibri"/>
              </a:rPr>
              <a:t>Result fed back to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391363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Model incorporates result, continues generation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361688"/>
            <a:ext cx="347472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436168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EAF6"/>
                </a:solidFill>
                <a:latin typeface="Calibri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38912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8EAF6"/>
                </a:solidFill>
                <a:latin typeface="Calibri"/>
              </a:rPr>
              <a:t>Final answer streamed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49039" y="4389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6B7A99"/>
                </a:solidFill>
                <a:latin typeface="Calibri"/>
              </a:rPr>
              <a:t>Browser renders complete response with tool logs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7C3AED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E8EAF6"/>
                </a:solidFill>
                <a:latin typeface="Calibri"/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4114800" cy="1097280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00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6"/>
                </a:solidFill>
                <a:latin typeface="Calibri"/>
              </a:rPr>
              <a:t>🔒 Privacy-first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LLM runs 100% locally — data never leaves your machine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508760"/>
            <a:ext cx="4114800" cy="1097280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60" y="160020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6"/>
                </a:solidFill>
                <a:latin typeface="Calibri"/>
              </a:rPr>
              <a:t>💰 Zero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192024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No API fees — unlimited requests with installed models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88920"/>
            <a:ext cx="4114800" cy="1097280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6"/>
                </a:solidFill>
                <a:latin typeface="Calibri"/>
              </a:rPr>
              <a:t>🤖 Real ADK patterns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Multi-agent orchestration, tool calling, agentic loops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788920"/>
            <a:ext cx="4114800" cy="1097280"/>
          </a:xfrm>
          <a:prstGeom prst="rect">
            <a:avLst/>
          </a:prstGeom>
          <a:solidFill>
            <a:srgbClr val="0A0C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28803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AF6"/>
                </a:solidFill>
                <a:latin typeface="Calibri"/>
              </a:rPr>
              <a:t>⚡ Production-ready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200400"/>
            <a:ext cx="374903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B7A99"/>
                </a:solidFill>
                <a:latin typeface="Calibri"/>
              </a:rPr>
              <a:t>FastAPI backend + SSE streaming + conversation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B7A99"/>
                </a:solidFill>
                <a:latin typeface="Calibri"/>
              </a:rPr>
              <a:t>Built with: Python · FastAPI · Ollama · Llama 3.2 · ADK Patterns · HTML/CSS/JS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